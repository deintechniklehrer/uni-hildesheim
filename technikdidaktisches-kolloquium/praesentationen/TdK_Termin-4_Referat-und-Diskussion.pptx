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20116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4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54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255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4 · Referat oder Vortrag und Diskussion</a:t>
            </a:r>
            <a:endParaRPr lang="en-US" sz="2600" dirty="0"/>
          </a:p>
        </p:txBody>
      </p:sp>
      <p:sp>
        <p:nvSpPr>
          <p:cNvPr id="4" name="box-256"/>
          <p:cNvSpPr txBox="1"/>
          <p:nvPr/>
        </p:nvSpPr>
        <p:spPr>
          <a:xfrm>
            <a:off x="548640" y="3566160"/>
            <a:ext cx="1828800" cy="530352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257"/>
          <p:cNvSpPr txBox="1"/>
          <p:nvPr/>
        </p:nvSpPr>
        <p:spPr>
          <a:xfrm>
            <a:off x="2560320" y="356616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Einführung · Technikbegriff · Technik im Fächerkanon</a:t>
            </a:r>
            <a:endParaRPr lang="en-US" sz="2200" dirty="0"/>
          </a:p>
        </p:txBody>
      </p:sp>
      <p:sp>
        <p:nvSpPr>
          <p:cNvPr id="6" name="box-258"/>
          <p:cNvSpPr txBox="1"/>
          <p:nvPr/>
        </p:nvSpPr>
        <p:spPr>
          <a:xfrm>
            <a:off x="548640" y="4206240"/>
            <a:ext cx="1828800" cy="530352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259"/>
          <p:cNvSpPr txBox="1"/>
          <p:nvPr/>
        </p:nvSpPr>
        <p:spPr>
          <a:xfrm>
            <a:off x="2560320" y="420624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Besprechung Paket 1 · Der mehrperspektivische Technikunterricht</a:t>
            </a:r>
            <a:endParaRPr lang="en-US" sz="2200" dirty="0"/>
          </a:p>
        </p:txBody>
      </p:sp>
      <p:sp>
        <p:nvSpPr>
          <p:cNvPr id="8" name="box-260"/>
          <p:cNvSpPr txBox="1"/>
          <p:nvPr/>
        </p:nvSpPr>
        <p:spPr>
          <a:xfrm>
            <a:off x="548640" y="4846320"/>
            <a:ext cx="1828800" cy="530352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261"/>
          <p:cNvSpPr txBox="1"/>
          <p:nvPr/>
        </p:nvSpPr>
        <p:spPr>
          <a:xfrm>
            <a:off x="2560320" y="484632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Besprechung Paket 2 · Aktuelle Entwicklungen im Technikunterricht</a:t>
            </a:r>
            <a:endParaRPr lang="en-US" sz="2200" dirty="0"/>
          </a:p>
        </p:txBody>
      </p:sp>
      <p:sp>
        <p:nvSpPr>
          <p:cNvPr id="10" name="box-262"/>
          <p:cNvSpPr txBox="1"/>
          <p:nvPr/>
        </p:nvSpPr>
        <p:spPr>
          <a:xfrm>
            <a:off x="548640" y="5486400"/>
            <a:ext cx="1828800" cy="530352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4</a:t>
            </a:r>
            <a:endParaRPr lang="en-US" sz="2000" dirty="0"/>
          </a:p>
        </p:txBody>
      </p:sp>
      <p:sp>
        <p:nvSpPr>
          <p:cNvPr id="11" name="text-263"/>
          <p:cNvSpPr txBox="1"/>
          <p:nvPr/>
        </p:nvSpPr>
        <p:spPr>
          <a:xfrm>
            <a:off x="2560320" y="548640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Referat oder Vortrag und Diskussion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6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Ablauf</a:t>
            </a:r>
            <a:endParaRPr lang="en-US" sz="2800" dirty="0"/>
          </a:p>
        </p:txBody>
      </p:sp>
      <p:sp>
        <p:nvSpPr>
          <p:cNvPr id="3" name="tile-265"/>
          <p:cNvSpPr txBox="1"/>
          <p:nvPr/>
        </p:nvSpPr>
        <p:spPr>
          <a:xfrm>
            <a:off x="548640" y="1600200"/>
            <a:ext cx="5440680" cy="219456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Weg A · Referat</a:t>
            </a:r>
            <a:endParaRPr lang="en-US" sz="26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200" dirty="0">
                <a:solidFill>
                  <a:srgbClr val="14232F"/>
                </a:solidFill>
              </a:rPr>
              <a:t>20 Min. + Diskussion</a:t>
            </a:r>
            <a:endParaRPr lang="en-US" sz="26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200" dirty="0">
                <a:solidFill>
                  <a:srgbClr val="14232F"/>
                </a:solidFill>
              </a:rPr>
              <a:t>danach Ausarbeitung (über 10 Seiten)</a:t>
            </a:r>
            <a:endParaRPr lang="en-US" sz="2600" dirty="0"/>
          </a:p>
        </p:txBody>
      </p:sp>
      <p:sp>
        <p:nvSpPr>
          <p:cNvPr id="4" name="tile-266"/>
          <p:cNvSpPr txBox="1"/>
          <p:nvPr/>
        </p:nvSpPr>
        <p:spPr>
          <a:xfrm>
            <a:off x="6199632" y="1600200"/>
            <a:ext cx="5440680" cy="219456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Weg B · Vortrag</a:t>
            </a:r>
            <a:endParaRPr lang="en-US" sz="26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200" dirty="0">
                <a:solidFill>
                  <a:srgbClr val="14232F"/>
                </a:solidFill>
              </a:rPr>
              <a:t>40 Min. + Diskussion</a:t>
            </a:r>
            <a:endParaRPr lang="en-US" sz="26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200" dirty="0">
                <a:solidFill>
                  <a:srgbClr val="14232F"/>
                </a:solidFill>
              </a:rPr>
              <a:t>keine Ausarbeitung</a:t>
            </a:r>
            <a:endParaRPr lang="en-US" sz="2600" dirty="0"/>
          </a:p>
        </p:txBody>
      </p:sp>
      <p:sp>
        <p:nvSpPr>
          <p:cNvPr id="5" name="box-267"/>
          <p:cNvSpPr txBox="1"/>
          <p:nvPr/>
        </p:nvSpPr>
        <p:spPr>
          <a:xfrm>
            <a:off x="548640" y="4206240"/>
            <a:ext cx="11094415" cy="8229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Die Präsentation liegt als PDF vor.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6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Dein Referat oder Vortrag</a:t>
            </a:r>
            <a:endParaRPr lang="en-US" sz="2800" dirty="0"/>
          </a:p>
        </p:txBody>
      </p:sp>
      <p:sp>
        <p:nvSpPr>
          <p:cNvPr id="3" name="text-269"/>
          <p:cNvSpPr txBox="1"/>
          <p:nvPr/>
        </p:nvSpPr>
        <p:spPr>
          <a:xfrm>
            <a:off x="548640" y="1691640"/>
            <a:ext cx="11094415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35591"/>
                </a:solidFill>
              </a:rPr>
              <a:t>Bühne frei</a:t>
            </a:r>
            <a:endParaRPr lang="en-US" sz="5400" dirty="0"/>
          </a:p>
        </p:txBody>
      </p:sp>
      <p:sp>
        <p:nvSpPr>
          <p:cNvPr id="4" name="step-270"/>
          <p:cNvSpPr txBox="1"/>
          <p:nvPr/>
        </p:nvSpPr>
        <p:spPr>
          <a:xfrm>
            <a:off x="548640" y="320040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Einleitung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Fragestellung</a:t>
            </a:r>
            <a:endParaRPr lang="en-US" sz="2000" dirty="0"/>
          </a:p>
        </p:txBody>
      </p:sp>
      <p:sp>
        <p:nvSpPr>
          <p:cNvPr id="5" name="arrow-271"/>
          <p:cNvSpPr/>
          <p:nvPr/>
        </p:nvSpPr>
        <p:spPr>
          <a:xfrm>
            <a:off x="2493203" y="406908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6" name="step-272"/>
          <p:cNvSpPr txBox="1"/>
          <p:nvPr/>
        </p:nvSpPr>
        <p:spPr>
          <a:xfrm>
            <a:off x="2849819" y="320040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Klärung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Begriffe, Positionen</a:t>
            </a:r>
            <a:endParaRPr lang="en-US" sz="2000" dirty="0"/>
          </a:p>
        </p:txBody>
      </p:sp>
      <p:sp>
        <p:nvSpPr>
          <p:cNvPr id="7" name="arrow-273"/>
          <p:cNvSpPr/>
          <p:nvPr/>
        </p:nvSpPr>
        <p:spPr>
          <a:xfrm>
            <a:off x="4794382" y="406908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8" name="step-274"/>
          <p:cNvSpPr txBox="1"/>
          <p:nvPr/>
        </p:nvSpPr>
        <p:spPr>
          <a:xfrm>
            <a:off x="5150998" y="320040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Hauptteil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Quellen, Praxis, Kritik</a:t>
            </a:r>
            <a:endParaRPr lang="en-US" sz="2000" dirty="0"/>
          </a:p>
        </p:txBody>
      </p:sp>
      <p:sp>
        <p:nvSpPr>
          <p:cNvPr id="9" name="arrow-275"/>
          <p:cNvSpPr/>
          <p:nvPr/>
        </p:nvSpPr>
        <p:spPr>
          <a:xfrm>
            <a:off x="7095561" y="406908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0" name="step-276"/>
          <p:cNvSpPr txBox="1"/>
          <p:nvPr/>
        </p:nvSpPr>
        <p:spPr>
          <a:xfrm>
            <a:off x="7452177" y="320040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Fazit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Ansätze für die Diskussion</a:t>
            </a:r>
            <a:endParaRPr lang="en-US" sz="2000" dirty="0"/>
          </a:p>
        </p:txBody>
      </p:sp>
      <p:sp>
        <p:nvSpPr>
          <p:cNvPr id="11" name="arrow-277"/>
          <p:cNvSpPr/>
          <p:nvPr/>
        </p:nvSpPr>
        <p:spPr>
          <a:xfrm>
            <a:off x="9396740" y="406908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2" name="step-278"/>
          <p:cNvSpPr txBox="1"/>
          <p:nvPr/>
        </p:nvSpPr>
        <p:spPr>
          <a:xfrm>
            <a:off x="9753356" y="320040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Diskussion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Fragen mit Impulsen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7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Diskussion</a:t>
            </a:r>
            <a:endParaRPr lang="en-US" sz="2800" dirty="0"/>
          </a:p>
        </p:txBody>
      </p:sp>
      <p:sp>
        <p:nvSpPr>
          <p:cNvPr id="3" name="box-280"/>
          <p:cNvSpPr txBox="1"/>
          <p:nvPr/>
        </p:nvSpPr>
        <p:spPr>
          <a:xfrm>
            <a:off x="548640" y="1691640"/>
            <a:ext cx="82296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?</a:t>
            </a:r>
            <a:endParaRPr lang="en-US" sz="3200" dirty="0"/>
          </a:p>
        </p:txBody>
      </p:sp>
      <p:sp>
        <p:nvSpPr>
          <p:cNvPr id="4" name="box-281"/>
          <p:cNvSpPr txBox="1"/>
          <p:nvPr/>
        </p:nvSpPr>
        <p:spPr>
          <a:xfrm>
            <a:off x="1508760" y="1691640"/>
            <a:ext cx="10134295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4232F"/>
                </a:solidFill>
              </a:rPr>
              <a:t>Deine Diskussionsfragen mit Impulsen</a:t>
            </a:r>
            <a:endParaRPr lang="en-US" sz="2400" dirty="0"/>
          </a:p>
        </p:txBody>
      </p:sp>
      <p:sp>
        <p:nvSpPr>
          <p:cNvPr id="5" name="box-282"/>
          <p:cNvSpPr txBox="1"/>
          <p:nvPr/>
        </p:nvSpPr>
        <p:spPr>
          <a:xfrm>
            <a:off x="548640" y="3017520"/>
            <a:ext cx="82296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?</a:t>
            </a:r>
            <a:endParaRPr lang="en-US" sz="3200" dirty="0"/>
          </a:p>
        </p:txBody>
      </p:sp>
      <p:sp>
        <p:nvSpPr>
          <p:cNvPr id="6" name="box-283"/>
          <p:cNvSpPr txBox="1"/>
          <p:nvPr/>
        </p:nvSpPr>
        <p:spPr>
          <a:xfrm>
            <a:off x="1508760" y="3017520"/>
            <a:ext cx="10134295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4232F"/>
                </a:solidFill>
              </a:rPr>
              <a:t>Wo klaffen Wissenschaft und Schulpraxis auseinander?</a:t>
            </a:r>
            <a:endParaRPr lang="en-US" sz="2400" dirty="0"/>
          </a:p>
        </p:txBody>
      </p:sp>
      <p:sp>
        <p:nvSpPr>
          <p:cNvPr id="7" name="box-284"/>
          <p:cNvSpPr txBox="1"/>
          <p:nvPr/>
        </p:nvSpPr>
        <p:spPr>
          <a:xfrm>
            <a:off x="548640" y="4343400"/>
            <a:ext cx="82296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box-285"/>
          <p:cNvSpPr txBox="1"/>
          <p:nvPr/>
        </p:nvSpPr>
        <p:spPr>
          <a:xfrm>
            <a:off x="1508760" y="4343400"/>
            <a:ext cx="10134295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4232F"/>
                </a:solidFill>
              </a:rPr>
              <a:t>Was bedeutet das für deinen späteren Technikunterricht?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8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Bewertungsgrundlagen</a:t>
            </a:r>
            <a:endParaRPr lang="en-US" sz="2800" dirty="0"/>
          </a:p>
        </p:txBody>
      </p:sp>
      <p:graphicFrame>
        <p:nvGraphicFramePr>
          <p:cNvPr id="6" name="table-2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4406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23444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Referat / Vortrag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Formale Bewertung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10 %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Wissenschaftliche Fragestellung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15 %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Aufbau und Gliederung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10 %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Argumentation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25 %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Sprachliche Darstellung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15 %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Diskussion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10 %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Quellen- und Literaturbasis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10 %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Einleitung und Fazit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5 %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-2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00200"/>
          <a:ext cx="54406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23444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Ausarbeitung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Formale Bewertung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10 %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Fragestellung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20 %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Aufbau und Gliederung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20 %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Argumentation und Sprache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30 %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Literaturbasis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10 %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Einleitung und Fazit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4232F"/>
                          </a:solidFill>
                        </a:rPr>
                        <a:t>10 %</a:t>
                      </a:r>
                      <a:endParaRPr lang="en-US" sz="17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289"/>
          <p:cNvSpPr txBox="1"/>
          <p:nvPr/>
        </p:nvSpPr>
        <p:spPr>
          <a:xfrm>
            <a:off x="548640" y="576072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Orientierung, keine vollständige Abbildung des Gutachtens. Gravierende Mängel in einem Bereich können zum Nichtbestehen führen. Quelle: Hinweise für Studierende (TaskCard).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9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Rückblick auf das Kolloquium</a:t>
            </a:r>
            <a:endParaRPr lang="en-US" sz="2800" dirty="0"/>
          </a:p>
        </p:txBody>
      </p:sp>
      <p:sp>
        <p:nvSpPr>
          <p:cNvPr id="3" name="tile-291"/>
          <p:cNvSpPr txBox="1"/>
          <p:nvPr/>
        </p:nvSpPr>
        <p:spPr>
          <a:xfrm>
            <a:off x="548640" y="1600200"/>
            <a:ext cx="5440680" cy="1783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Technikbegriff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Ropohl, Kerncurriculum, Technik im Fächerkanon</a:t>
            </a:r>
            <a:endParaRPr lang="en-US" sz="2200" dirty="0"/>
          </a:p>
        </p:txBody>
      </p:sp>
      <p:sp>
        <p:nvSpPr>
          <p:cNvPr id="4" name="tile-292"/>
          <p:cNvSpPr txBox="1"/>
          <p:nvPr/>
        </p:nvSpPr>
        <p:spPr>
          <a:xfrm>
            <a:off x="6199632" y="1600200"/>
            <a:ext cx="5440680" cy="1783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Mehrperspektivischer Technikunterricht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Erkenntnis- und Zielperspektiven, Inhaltsfelder</a:t>
            </a:r>
            <a:endParaRPr lang="en-US" sz="2200" dirty="0"/>
          </a:p>
        </p:txBody>
      </p:sp>
      <p:sp>
        <p:nvSpPr>
          <p:cNvPr id="5" name="tile-293"/>
          <p:cNvSpPr txBox="1"/>
          <p:nvPr/>
        </p:nvSpPr>
        <p:spPr>
          <a:xfrm>
            <a:off x="548640" y="3611880"/>
            <a:ext cx="5440680" cy="1783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Aktuelle Entwicklungen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Lagebild, MakerSpaces, digitale Lernmaterialien, KI</a:t>
            </a:r>
            <a:endParaRPr lang="en-US" sz="2200" dirty="0"/>
          </a:p>
        </p:txBody>
      </p:sp>
      <p:sp>
        <p:nvSpPr>
          <p:cNvPr id="6" name="tile-294"/>
          <p:cNvSpPr txBox="1"/>
          <p:nvPr/>
        </p:nvSpPr>
        <p:spPr>
          <a:xfrm>
            <a:off x="6199632" y="3611880"/>
            <a:ext cx="5440680" cy="178308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Dein Thema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Referat oder Vortrag und Diskussion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9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Nach Termin 4: Ausarbeitung</a:t>
            </a:r>
            <a:endParaRPr lang="en-US" sz="2800" dirty="0"/>
          </a:p>
        </p:txBody>
      </p:sp>
      <p:sp>
        <p:nvSpPr>
          <p:cNvPr id="3" name="tile-296"/>
          <p:cNvSpPr txBox="1"/>
          <p:nvPr/>
        </p:nvSpPr>
        <p:spPr>
          <a:xfrm>
            <a:off x="548640" y="1600200"/>
            <a:ext cx="5440680" cy="201168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Weg A · Referat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Ausarbeitung mit Diskussionsergebnissen und Ausblick (über 10 Seiten) – Abgabe zum Ende des Semesters</a:t>
            </a:r>
            <a:endParaRPr lang="en-US" sz="2200" dirty="0"/>
          </a:p>
        </p:txBody>
      </p:sp>
      <p:sp>
        <p:nvSpPr>
          <p:cNvPr id="4" name="tile-297"/>
          <p:cNvSpPr txBox="1"/>
          <p:nvPr/>
        </p:nvSpPr>
        <p:spPr>
          <a:xfrm>
            <a:off x="6199632" y="1600200"/>
            <a:ext cx="5440680" cy="201168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Weg B · Vortrag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keine Ausarbeitung – Diskussionsergebnisse kurz festhalten</a:t>
            </a:r>
            <a:endParaRPr lang="en-US" sz="2200" dirty="0"/>
          </a:p>
        </p:txBody>
      </p:sp>
      <p:sp>
        <p:nvSpPr>
          <p:cNvPr id="5" name="link-298"/>
          <p:cNvSpPr txBox="1"/>
          <p:nvPr/>
        </p:nvSpPr>
        <p:spPr>
          <a:xfrm>
            <a:off x="548640" y="393192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Kursseite: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sp>
        <p:nvSpPr>
          <p:cNvPr id="6" name="text-299"/>
          <p:cNvSpPr txBox="1"/>
          <p:nvPr/>
        </p:nvSpPr>
        <p:spPr>
          <a:xfrm>
            <a:off x="548640" y="4663440"/>
            <a:ext cx="713232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Aufgabenpaket 4: Diskussionsergebnisse, Ausblick, Gliederung</a:t>
            </a:r>
            <a:endParaRPr lang="en-US" sz="2000" dirty="0"/>
          </a:p>
        </p:txBody>
      </p:sp>
      <p:pic>
        <p:nvPicPr>
          <p:cNvPr id="7" name="qr-300" descr="QR-Code zur Kursseite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703320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4: Referat oder Vortrag und Diskussion</dc:title>
  <dc:subject>Universität Hildesheim, WiSe 2026/27</dc:subject>
  <dc:creator>Daniel Beyrodt</dc:creator>
  <cp:lastModifiedBy>Daniel Beyrodt</cp:lastModifiedBy>
  <cp:revision>1</cp:revision>
  <dcterms:created xsi:type="dcterms:W3CDTF">2026-10-28T10:47:20Z</dcterms:created>
  <dcterms:modified xsi:type="dcterms:W3CDTF">2026-10-28T10:47:20Z</dcterms:modified>
</cp:coreProperties>
</file>