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2011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4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NN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1920240" cy="6035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9184"/>
            <a:ext cx="1737360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52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353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4 · Referat oder Vortrag und Diskussion</a:t>
            </a:r>
            <a:endParaRPr lang="en-US" sz="2600" dirty="0"/>
          </a:p>
        </p:txBody>
      </p:sp>
      <p:sp>
        <p:nvSpPr>
          <p:cNvPr id="4" name="box-354"/>
          <p:cNvSpPr txBox="1"/>
          <p:nvPr/>
        </p:nvSpPr>
        <p:spPr>
          <a:xfrm>
            <a:off x="548640" y="356616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355"/>
          <p:cNvSpPr txBox="1"/>
          <p:nvPr/>
        </p:nvSpPr>
        <p:spPr>
          <a:xfrm>
            <a:off x="2560320" y="356616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Einführung · Technikbegriff · Technik im Fächerkanon</a:t>
            </a:r>
            <a:endParaRPr lang="en-US" sz="2200" dirty="0"/>
          </a:p>
        </p:txBody>
      </p:sp>
      <p:sp>
        <p:nvSpPr>
          <p:cNvPr id="6" name="box-356"/>
          <p:cNvSpPr txBox="1"/>
          <p:nvPr/>
        </p:nvSpPr>
        <p:spPr>
          <a:xfrm>
            <a:off x="548640" y="420624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357"/>
          <p:cNvSpPr txBox="1"/>
          <p:nvPr/>
        </p:nvSpPr>
        <p:spPr>
          <a:xfrm>
            <a:off x="2560320" y="420624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Besprechung Paket 1 · Der mehrperspektivische Technikunterricht</a:t>
            </a:r>
            <a:endParaRPr lang="en-US" sz="2200" dirty="0"/>
          </a:p>
        </p:txBody>
      </p:sp>
      <p:sp>
        <p:nvSpPr>
          <p:cNvPr id="8" name="box-358"/>
          <p:cNvSpPr txBox="1"/>
          <p:nvPr/>
        </p:nvSpPr>
        <p:spPr>
          <a:xfrm>
            <a:off x="548640" y="484632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359"/>
          <p:cNvSpPr txBox="1"/>
          <p:nvPr/>
        </p:nvSpPr>
        <p:spPr>
          <a:xfrm>
            <a:off x="2560320" y="484632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Besprechung Paket 2 · Aktuelle Entwicklungen im Technikunterricht</a:t>
            </a:r>
            <a:endParaRPr lang="en-US" sz="2200" dirty="0"/>
          </a:p>
        </p:txBody>
      </p:sp>
      <p:sp>
        <p:nvSpPr>
          <p:cNvPr id="10" name="box-360"/>
          <p:cNvSpPr txBox="1"/>
          <p:nvPr/>
        </p:nvSpPr>
        <p:spPr>
          <a:xfrm>
            <a:off x="548640" y="5486400"/>
            <a:ext cx="1828800" cy="530352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4</a:t>
            </a:r>
            <a:endParaRPr lang="en-US" sz="2000" dirty="0"/>
          </a:p>
        </p:txBody>
      </p:sp>
      <p:sp>
        <p:nvSpPr>
          <p:cNvPr id="11" name="text-361"/>
          <p:cNvSpPr txBox="1"/>
          <p:nvPr/>
        </p:nvSpPr>
        <p:spPr>
          <a:xfrm>
            <a:off x="2560320" y="548640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Referat oder Vortrag und Diskussion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6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Ablauf heute</a:t>
            </a:r>
            <a:endParaRPr lang="en-US" sz="2800" dirty="0"/>
          </a:p>
        </p:txBody>
      </p:sp>
      <p:sp>
        <p:nvSpPr>
          <p:cNvPr id="3" name="phase-363"/>
          <p:cNvSpPr txBox="1"/>
          <p:nvPr/>
        </p:nvSpPr>
        <p:spPr>
          <a:xfrm>
            <a:off x="548640" y="1783080"/>
            <a:ext cx="5341468" cy="2651760"/>
          </a:xfrm>
          <a:prstGeom prst="rect">
            <a:avLst/>
          </a:prstGeom>
          <a:solidFill>
            <a:srgbClr val="FBE3EC"/>
          </a:solidFill>
          <a:ln w="31750">
            <a:solidFill>
              <a:srgbClr val="C2255C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255C"/>
                </a:solidFill>
              </a:rPr>
              <a:t>Referat und Diskussion</a:t>
            </a:r>
            <a:endParaRPr lang="en-US" sz="2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Dein Referat oder Vortrag und die Diskussion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4232F"/>
                </a:solidFill>
              </a:rPr>
              <a:t>Folien 3–8</a:t>
            </a:r>
            <a:endParaRPr lang="en-US" sz="2200" dirty="0"/>
          </a:p>
        </p:txBody>
      </p:sp>
      <p:sp>
        <p:nvSpPr>
          <p:cNvPr id="4" name="arrow-364"/>
          <p:cNvSpPr/>
          <p:nvPr/>
        </p:nvSpPr>
        <p:spPr>
          <a:xfrm>
            <a:off x="5944972" y="3108960"/>
            <a:ext cx="301752" cy="91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5" name="phase-365"/>
          <p:cNvSpPr txBox="1"/>
          <p:nvPr/>
        </p:nvSpPr>
        <p:spPr>
          <a:xfrm>
            <a:off x="6301588" y="1783080"/>
            <a:ext cx="5341468" cy="2651760"/>
          </a:xfrm>
          <a:prstGeom prst="rect">
            <a:avLst/>
          </a:prstGeom>
          <a:solidFill>
            <a:srgbClr val="FFF3C9"/>
          </a:solidFill>
          <a:ln w="31750">
            <a:solidFill>
              <a:srgbClr val="F5B700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</a:rPr>
              <a:t>Aufgaben für zu Hause</a:t>
            </a:r>
            <a:endParaRPr lang="en-US" sz="2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Aufgabenpaket 4: Diskussionsergebnisse und Ausarbeitung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4232F"/>
                </a:solidFill>
              </a:rPr>
              <a:t>Folien 9–10</a:t>
            </a:r>
            <a:endParaRPr lang="en-US" sz="2200" dirty="0"/>
          </a:p>
        </p:txBody>
      </p:sp>
      <p:sp>
        <p:nvSpPr>
          <p:cNvPr id="6" name="text-366"/>
          <p:cNvSpPr txBox="1"/>
          <p:nvPr/>
        </p:nvSpPr>
        <p:spPr>
          <a:xfrm>
            <a:off x="548640" y="4754880"/>
            <a:ext cx="11094415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6687A"/>
                </a:solidFill>
              </a:rPr>
              <a:t>Nach dem Termin: Diskussionsergebnisse festhalten und – bei Weg A – die Ausarbeitung schreiben.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-36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2255C"/>
          </a:solidFill>
          <a:ln/>
        </p:spPr>
      </p:sp>
      <p:sp>
        <p:nvSpPr>
          <p:cNvPr id="3" name="box-368"/>
          <p:cNvSpPr txBox="1"/>
          <p:nvPr/>
        </p:nvSpPr>
        <p:spPr>
          <a:xfrm>
            <a:off x="822960" y="1463040"/>
            <a:ext cx="5852160" cy="640080"/>
          </a:xfrm>
          <a:prstGeom prst="rect">
            <a:avLst/>
          </a:prstGeom>
          <a:solidFill>
            <a:srgbClr val="C2255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REFERAT UND DISKUSSION</a:t>
            </a:r>
            <a:endParaRPr lang="en-US" sz="2400" dirty="0"/>
          </a:p>
        </p:txBody>
      </p:sp>
      <p:sp>
        <p:nvSpPr>
          <p:cNvPr id="4" name="titel-369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32F"/>
                </a:solidFill>
              </a:rPr>
              <a:t>Dein Referat oder Vortrag und die Diskussion</a:t>
            </a:r>
            <a:endParaRPr lang="en-US" sz="4000" dirty="0"/>
          </a:p>
        </p:txBody>
      </p:sp>
      <p:sp>
        <p:nvSpPr>
          <p:cNvPr id="5" name="text-370"/>
          <p:cNvSpPr txBox="1"/>
          <p:nvPr/>
        </p:nvSpPr>
        <p:spPr>
          <a:xfrm>
            <a:off x="822960" y="4480560"/>
            <a:ext cx="10607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56687A"/>
                </a:solidFill>
              </a:rPr>
              <a:t>Im Termin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371"/>
          <p:cNvSpPr txBox="1"/>
          <p:nvPr/>
        </p:nvSpPr>
        <p:spPr>
          <a:xfrm>
            <a:off x="8915400" y="246888"/>
            <a:ext cx="2862072" cy="384048"/>
          </a:xfrm>
          <a:prstGeom prst="rect">
            <a:avLst/>
          </a:prstGeom>
          <a:solidFill>
            <a:srgbClr val="C2255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Referat und Diskussion</a:t>
            </a:r>
            <a:endParaRPr lang="en-US" sz="1400" dirty="0"/>
          </a:p>
        </p:txBody>
      </p:sp>
      <p:sp>
        <p:nvSpPr>
          <p:cNvPr id="3" name="titel-37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Zwei Wege</a:t>
            </a:r>
            <a:endParaRPr lang="en-US" sz="2800" dirty="0"/>
          </a:p>
        </p:txBody>
      </p:sp>
      <p:sp>
        <p:nvSpPr>
          <p:cNvPr id="4" name="tile-373"/>
          <p:cNvSpPr txBox="1"/>
          <p:nvPr/>
        </p:nvSpPr>
        <p:spPr>
          <a:xfrm>
            <a:off x="548640" y="1600200"/>
            <a:ext cx="5440680" cy="219456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Weg A · Referat</a:t>
            </a:r>
            <a:endParaRPr lang="en-US" sz="26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20 Min. + Diskussion</a:t>
            </a:r>
            <a:endParaRPr lang="en-US" sz="26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danach Ausarbeitung (über 10 Seiten)</a:t>
            </a:r>
            <a:endParaRPr lang="en-US" sz="2600" dirty="0"/>
          </a:p>
        </p:txBody>
      </p:sp>
      <p:sp>
        <p:nvSpPr>
          <p:cNvPr id="5" name="tile-374"/>
          <p:cNvSpPr txBox="1"/>
          <p:nvPr/>
        </p:nvSpPr>
        <p:spPr>
          <a:xfrm>
            <a:off x="6199632" y="1600200"/>
            <a:ext cx="5440680" cy="219456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Weg B · Vortrag</a:t>
            </a:r>
            <a:endParaRPr lang="en-US" sz="26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40 Min. + Diskussion</a:t>
            </a:r>
            <a:endParaRPr lang="en-US" sz="26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keine Ausarbeitung</a:t>
            </a:r>
            <a:endParaRPr lang="en-US" sz="2600" dirty="0"/>
          </a:p>
        </p:txBody>
      </p:sp>
      <p:sp>
        <p:nvSpPr>
          <p:cNvPr id="6" name="box-375"/>
          <p:cNvSpPr txBox="1"/>
          <p:nvPr/>
        </p:nvSpPr>
        <p:spPr>
          <a:xfrm>
            <a:off x="548640" y="4206240"/>
            <a:ext cx="11094415" cy="8229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Die Präsentation liegt als PDF vor.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376"/>
          <p:cNvSpPr txBox="1"/>
          <p:nvPr/>
        </p:nvSpPr>
        <p:spPr>
          <a:xfrm>
            <a:off x="8915400" y="246888"/>
            <a:ext cx="2862072" cy="384048"/>
          </a:xfrm>
          <a:prstGeom prst="rect">
            <a:avLst/>
          </a:prstGeom>
          <a:solidFill>
            <a:srgbClr val="C2255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Referat und Diskussion</a:t>
            </a:r>
            <a:endParaRPr lang="en-US" sz="1400" dirty="0"/>
          </a:p>
        </p:txBody>
      </p:sp>
      <p:sp>
        <p:nvSpPr>
          <p:cNvPr id="3" name="titel-37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Dein Referat oder Vortrag</a:t>
            </a:r>
            <a:endParaRPr lang="en-US" sz="2800" dirty="0"/>
          </a:p>
        </p:txBody>
      </p:sp>
      <p:sp>
        <p:nvSpPr>
          <p:cNvPr id="4" name="text-378"/>
          <p:cNvSpPr txBox="1"/>
          <p:nvPr/>
        </p:nvSpPr>
        <p:spPr>
          <a:xfrm>
            <a:off x="548640" y="1691640"/>
            <a:ext cx="11094415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35591"/>
                </a:solidFill>
              </a:rPr>
              <a:t>Bühne frei</a:t>
            </a:r>
            <a:endParaRPr lang="en-US" sz="5400" dirty="0"/>
          </a:p>
        </p:txBody>
      </p:sp>
      <p:sp>
        <p:nvSpPr>
          <p:cNvPr id="5" name="step-379"/>
          <p:cNvSpPr txBox="1"/>
          <p:nvPr/>
        </p:nvSpPr>
        <p:spPr>
          <a:xfrm>
            <a:off x="548640" y="320040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Einleitung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Fragestellung</a:t>
            </a:r>
            <a:endParaRPr lang="en-US" sz="2000" dirty="0"/>
          </a:p>
        </p:txBody>
      </p:sp>
      <p:sp>
        <p:nvSpPr>
          <p:cNvPr id="6" name="arrow-380"/>
          <p:cNvSpPr/>
          <p:nvPr/>
        </p:nvSpPr>
        <p:spPr>
          <a:xfrm>
            <a:off x="2493203" y="40690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7" name="step-381"/>
          <p:cNvSpPr txBox="1"/>
          <p:nvPr/>
        </p:nvSpPr>
        <p:spPr>
          <a:xfrm>
            <a:off x="2849819" y="320040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Klärung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Begriffe, Positionen</a:t>
            </a:r>
            <a:endParaRPr lang="en-US" sz="2000" dirty="0"/>
          </a:p>
        </p:txBody>
      </p:sp>
      <p:sp>
        <p:nvSpPr>
          <p:cNvPr id="8" name="arrow-382"/>
          <p:cNvSpPr/>
          <p:nvPr/>
        </p:nvSpPr>
        <p:spPr>
          <a:xfrm>
            <a:off x="4794382" y="40690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9" name="step-383"/>
          <p:cNvSpPr txBox="1"/>
          <p:nvPr/>
        </p:nvSpPr>
        <p:spPr>
          <a:xfrm>
            <a:off x="5150998" y="320040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Hauptteil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Quellen, Praxis, Kritik</a:t>
            </a:r>
            <a:endParaRPr lang="en-US" sz="2000" dirty="0"/>
          </a:p>
        </p:txBody>
      </p:sp>
      <p:sp>
        <p:nvSpPr>
          <p:cNvPr id="10" name="arrow-384"/>
          <p:cNvSpPr/>
          <p:nvPr/>
        </p:nvSpPr>
        <p:spPr>
          <a:xfrm>
            <a:off x="7095561" y="40690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1" name="step-385"/>
          <p:cNvSpPr txBox="1"/>
          <p:nvPr/>
        </p:nvSpPr>
        <p:spPr>
          <a:xfrm>
            <a:off x="7452177" y="320040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Fazit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Ansätze für die Diskussion</a:t>
            </a:r>
            <a:endParaRPr lang="en-US" sz="2000" dirty="0"/>
          </a:p>
        </p:txBody>
      </p:sp>
      <p:sp>
        <p:nvSpPr>
          <p:cNvPr id="12" name="arrow-386"/>
          <p:cNvSpPr/>
          <p:nvPr/>
        </p:nvSpPr>
        <p:spPr>
          <a:xfrm>
            <a:off x="9396740" y="40690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3" name="step-387"/>
          <p:cNvSpPr txBox="1"/>
          <p:nvPr/>
        </p:nvSpPr>
        <p:spPr>
          <a:xfrm>
            <a:off x="9753356" y="320040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Diskussion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Fragen mit Impulsen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388"/>
          <p:cNvSpPr txBox="1"/>
          <p:nvPr/>
        </p:nvSpPr>
        <p:spPr>
          <a:xfrm>
            <a:off x="8915400" y="246888"/>
            <a:ext cx="2862072" cy="384048"/>
          </a:xfrm>
          <a:prstGeom prst="rect">
            <a:avLst/>
          </a:prstGeom>
          <a:solidFill>
            <a:srgbClr val="C2255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Referat und Diskussion</a:t>
            </a:r>
            <a:endParaRPr lang="en-US" sz="1400" dirty="0"/>
          </a:p>
        </p:txBody>
      </p:sp>
      <p:sp>
        <p:nvSpPr>
          <p:cNvPr id="3" name="titel-38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Diskussion</a:t>
            </a:r>
            <a:endParaRPr lang="en-US" sz="2800" dirty="0"/>
          </a:p>
        </p:txBody>
      </p:sp>
      <p:sp>
        <p:nvSpPr>
          <p:cNvPr id="4" name="box-390"/>
          <p:cNvSpPr txBox="1"/>
          <p:nvPr/>
        </p:nvSpPr>
        <p:spPr>
          <a:xfrm>
            <a:off x="548640" y="169164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5" name="box-391"/>
          <p:cNvSpPr txBox="1"/>
          <p:nvPr/>
        </p:nvSpPr>
        <p:spPr>
          <a:xfrm>
            <a:off x="1508760" y="169164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Deine Diskussionsfragen mit Impulsen</a:t>
            </a:r>
            <a:endParaRPr lang="en-US" sz="2400" dirty="0"/>
          </a:p>
        </p:txBody>
      </p:sp>
      <p:sp>
        <p:nvSpPr>
          <p:cNvPr id="6" name="box-392"/>
          <p:cNvSpPr txBox="1"/>
          <p:nvPr/>
        </p:nvSpPr>
        <p:spPr>
          <a:xfrm>
            <a:off x="548640" y="301752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7" name="box-393"/>
          <p:cNvSpPr txBox="1"/>
          <p:nvPr/>
        </p:nvSpPr>
        <p:spPr>
          <a:xfrm>
            <a:off x="1508760" y="301752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Wo klaffen Wissenschaft und Schulpraxis auseinander?</a:t>
            </a:r>
            <a:endParaRPr lang="en-US" sz="2400" dirty="0"/>
          </a:p>
        </p:txBody>
      </p:sp>
      <p:sp>
        <p:nvSpPr>
          <p:cNvPr id="8" name="box-394"/>
          <p:cNvSpPr txBox="1"/>
          <p:nvPr/>
        </p:nvSpPr>
        <p:spPr>
          <a:xfrm>
            <a:off x="548640" y="434340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box-395"/>
          <p:cNvSpPr txBox="1"/>
          <p:nvPr/>
        </p:nvSpPr>
        <p:spPr>
          <a:xfrm>
            <a:off x="1508760" y="434340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Was bedeutet das für deinen späteren Technikunterricht?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396"/>
          <p:cNvSpPr txBox="1"/>
          <p:nvPr/>
        </p:nvSpPr>
        <p:spPr>
          <a:xfrm>
            <a:off x="8915400" y="246888"/>
            <a:ext cx="2862072" cy="384048"/>
          </a:xfrm>
          <a:prstGeom prst="rect">
            <a:avLst/>
          </a:prstGeom>
          <a:solidFill>
            <a:srgbClr val="C2255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Referat und Diskussion</a:t>
            </a:r>
            <a:endParaRPr lang="en-US" sz="1400" dirty="0"/>
          </a:p>
        </p:txBody>
      </p:sp>
      <p:sp>
        <p:nvSpPr>
          <p:cNvPr id="3" name="titel-39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Bewertungsgrundlagen</a:t>
            </a:r>
            <a:endParaRPr lang="en-US" sz="2800" dirty="0"/>
          </a:p>
        </p:txBody>
      </p:sp>
      <p:graphicFrame>
        <p:nvGraphicFramePr>
          <p:cNvPr id="8" name="table-3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3444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Referat / Vortrag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Formale Bewertung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Wissenschaftliche Fragestellung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15 %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Aufbau und Gliederung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Argumentation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25 %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Sprachliche Darstellung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15 %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Diskussion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Quellen- und Literaturbasis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Einleitung und Fazit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5 %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-3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3444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Ausarbeitung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Formale Bewertung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Fragestellung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20 %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Aufbau und Gliederung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20 %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Argumentation und Sprache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30 %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Literaturbasis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Einleitung und Fazit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32F"/>
                          </a:solidFill>
                        </a:rPr>
                        <a:t>10 %</a:t>
                      </a:r>
                      <a:endParaRPr lang="en-US" sz="17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00"/>
          <p:cNvSpPr txBox="1"/>
          <p:nvPr/>
        </p:nvSpPr>
        <p:spPr>
          <a:xfrm>
            <a:off x="548640" y="576072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Orientierung, keine vollständige Abbildung des Gutachtens. Gravierende Mängel in einem Bereich können zum Nichtbestehen führen. Quelle: Hinweise für Studierende (TaskCard).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401"/>
          <p:cNvSpPr txBox="1"/>
          <p:nvPr/>
        </p:nvSpPr>
        <p:spPr>
          <a:xfrm>
            <a:off x="8915400" y="246888"/>
            <a:ext cx="2862072" cy="384048"/>
          </a:xfrm>
          <a:prstGeom prst="rect">
            <a:avLst/>
          </a:prstGeom>
          <a:solidFill>
            <a:srgbClr val="C2255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Referat und Diskussion</a:t>
            </a:r>
            <a:endParaRPr lang="en-US" sz="1400" dirty="0"/>
          </a:p>
        </p:txBody>
      </p:sp>
      <p:sp>
        <p:nvSpPr>
          <p:cNvPr id="3" name="titel-40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Rückblick auf das Kolloquium</a:t>
            </a:r>
            <a:endParaRPr lang="en-US" sz="2800" dirty="0"/>
          </a:p>
        </p:txBody>
      </p:sp>
      <p:sp>
        <p:nvSpPr>
          <p:cNvPr id="4" name="tile-403"/>
          <p:cNvSpPr txBox="1"/>
          <p:nvPr/>
        </p:nvSpPr>
        <p:spPr>
          <a:xfrm>
            <a:off x="548640" y="1600200"/>
            <a:ext cx="544068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Technikbegriff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Ropohl, Kerncurriculum, Technik im Fächerkanon</a:t>
            </a:r>
            <a:endParaRPr lang="en-US" sz="2200" dirty="0"/>
          </a:p>
        </p:txBody>
      </p:sp>
      <p:sp>
        <p:nvSpPr>
          <p:cNvPr id="5" name="tile-404"/>
          <p:cNvSpPr txBox="1"/>
          <p:nvPr/>
        </p:nvSpPr>
        <p:spPr>
          <a:xfrm>
            <a:off x="6199632" y="1600200"/>
            <a:ext cx="544068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Mehrperspektivischer Technikunterricht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Erkenntnis- und Zielperspektiven, Inhaltsfelder</a:t>
            </a:r>
            <a:endParaRPr lang="en-US" sz="2200" dirty="0"/>
          </a:p>
        </p:txBody>
      </p:sp>
      <p:sp>
        <p:nvSpPr>
          <p:cNvPr id="6" name="tile-405"/>
          <p:cNvSpPr txBox="1"/>
          <p:nvPr/>
        </p:nvSpPr>
        <p:spPr>
          <a:xfrm>
            <a:off x="548640" y="3611880"/>
            <a:ext cx="544068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Aktuelle Entwicklungen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Lagebild, MakerSpaces, digitale Lernmaterialien, KI</a:t>
            </a:r>
            <a:endParaRPr lang="en-US" sz="2200" dirty="0"/>
          </a:p>
        </p:txBody>
      </p:sp>
      <p:sp>
        <p:nvSpPr>
          <p:cNvPr id="7" name="tile-406"/>
          <p:cNvSpPr txBox="1"/>
          <p:nvPr/>
        </p:nvSpPr>
        <p:spPr>
          <a:xfrm>
            <a:off x="6199632" y="3611880"/>
            <a:ext cx="5440680" cy="17830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Dein Thema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Referat oder Vortrag und Diskussion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-40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box-408"/>
          <p:cNvSpPr txBox="1"/>
          <p:nvPr/>
        </p:nvSpPr>
        <p:spPr>
          <a:xfrm>
            <a:off x="822960" y="1463040"/>
            <a:ext cx="5852160" cy="640080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2F"/>
                </a:solidFill>
              </a:rPr>
              <a:t>AUFGABEN FÜR ZU HAUSE</a:t>
            </a:r>
            <a:endParaRPr lang="en-US" sz="2400" dirty="0"/>
          </a:p>
        </p:txBody>
      </p:sp>
      <p:sp>
        <p:nvSpPr>
          <p:cNvPr id="4" name="titel-409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32F"/>
                </a:solidFill>
              </a:rPr>
              <a:t>Aufgabenpaket 4: Diskussionsergebnisse und Ausarbeitung</a:t>
            </a:r>
            <a:endParaRPr lang="en-US" sz="4000" dirty="0"/>
          </a:p>
        </p:txBody>
      </p:sp>
      <p:sp>
        <p:nvSpPr>
          <p:cNvPr id="5" name="text-410"/>
          <p:cNvSpPr txBox="1"/>
          <p:nvPr/>
        </p:nvSpPr>
        <p:spPr>
          <a:xfrm>
            <a:off x="822960" y="4480560"/>
            <a:ext cx="10607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56687A"/>
                </a:solidFill>
              </a:rPr>
              <a:t>Zu Hause bearbeiten · bis zum Ende des Semesters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411"/>
          <p:cNvSpPr txBox="1"/>
          <p:nvPr/>
        </p:nvSpPr>
        <p:spPr>
          <a:xfrm>
            <a:off x="8915400" y="246888"/>
            <a:ext cx="2862072" cy="384048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2F"/>
                </a:solidFill>
              </a:rPr>
              <a:t>Aufgaben für zu Hause</a:t>
            </a:r>
            <a:endParaRPr lang="en-US" sz="1400" dirty="0"/>
          </a:p>
        </p:txBody>
      </p:sp>
      <p:sp>
        <p:nvSpPr>
          <p:cNvPr id="3" name="titel-41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Nach Termin 4: Ausarbeitung</a:t>
            </a:r>
            <a:endParaRPr lang="en-US" sz="2800" dirty="0"/>
          </a:p>
        </p:txBody>
      </p:sp>
      <p:sp>
        <p:nvSpPr>
          <p:cNvPr id="4" name="tile-413"/>
          <p:cNvSpPr txBox="1"/>
          <p:nvPr/>
        </p:nvSpPr>
        <p:spPr>
          <a:xfrm>
            <a:off x="548640" y="1600200"/>
            <a:ext cx="5440680" cy="20116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Weg A · Referat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Ausarbeitung mit Diskussionsergebnissen und Ausblick (über 10 Seiten) – Abgabe zum Ende des Semesters</a:t>
            </a:r>
            <a:endParaRPr lang="en-US" sz="2200" dirty="0"/>
          </a:p>
        </p:txBody>
      </p:sp>
      <p:sp>
        <p:nvSpPr>
          <p:cNvPr id="5" name="tile-414"/>
          <p:cNvSpPr txBox="1"/>
          <p:nvPr/>
        </p:nvSpPr>
        <p:spPr>
          <a:xfrm>
            <a:off x="6199632" y="1600200"/>
            <a:ext cx="5440680" cy="201168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Weg B · Vortrag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keine Ausarbeitung – Diskussionsergebnisse kurz festhalten</a:t>
            </a:r>
            <a:endParaRPr lang="en-US" sz="2200" dirty="0"/>
          </a:p>
        </p:txBody>
      </p:sp>
      <p:sp>
        <p:nvSpPr>
          <p:cNvPr id="6" name="link-415"/>
          <p:cNvSpPr txBox="1"/>
          <p:nvPr/>
        </p:nvSpPr>
        <p:spPr>
          <a:xfrm>
            <a:off x="5486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sp>
        <p:nvSpPr>
          <p:cNvPr id="7" name="text-416"/>
          <p:cNvSpPr txBox="1"/>
          <p:nvPr/>
        </p:nvSpPr>
        <p:spPr>
          <a:xfrm>
            <a:off x="548640" y="4663440"/>
            <a:ext cx="71323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Aufgabenpaket 4: Diskussionsergebnisse, Ausblick, Gliederung</a:t>
            </a:r>
            <a:endParaRPr lang="en-US" sz="2000" dirty="0"/>
          </a:p>
        </p:txBody>
      </p:sp>
      <p:pic>
        <p:nvPicPr>
          <p:cNvPr id="8" name="qr-417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0332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4: Referat oder Vortrag und Diskussion</dc:title>
  <dc:subject>Universität Hildesheim, WiSe 2026/27</dc:subject>
  <dc:creator>Daniel Beyrodt</dc:creator>
  <cp:lastModifiedBy>Daniel Beyrodt</cp:lastModifiedBy>
  <cp:revision>1</cp:revision>
  <dcterms:created xsi:type="dcterms:W3CDTF">2026-10-28T11:06:13Z</dcterms:created>
  <dcterms:modified xsi:type="dcterms:W3CDTF">2026-10-28T11:06:13Z</dcterms:modified>
</cp:coreProperties>
</file>